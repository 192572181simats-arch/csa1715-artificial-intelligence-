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61D6C9-02FF-4457-8346-D02D7BD6969B}" v="19" dt="2026-08-28T09:02:57.1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rna Kasi" userId="1e962ca8594ec34e" providerId="LiveId" clId="{7EF8CAE1-310D-4A79-B6EF-05627A3A0B8F}"/>
    <pc:docChg chg="undo custSel addSld modSld">
      <pc:chgData name="Poorna Kasi" userId="1e962ca8594ec34e" providerId="LiveId" clId="{7EF8CAE1-310D-4A79-B6EF-05627A3A0B8F}" dt="2026-08-28T09:04:07.072" v="343" actId="122"/>
      <pc:docMkLst>
        <pc:docMk/>
      </pc:docMkLst>
      <pc:sldChg chg="addSp modSp mod">
        <pc:chgData name="Poorna Kasi" userId="1e962ca8594ec34e" providerId="LiveId" clId="{7EF8CAE1-310D-4A79-B6EF-05627A3A0B8F}" dt="2026-08-28T09:04:07.072" v="343" actId="122"/>
        <pc:sldMkLst>
          <pc:docMk/>
          <pc:sldMk cId="2749121908" sldId="256"/>
        </pc:sldMkLst>
        <pc:spChg chg="mod">
          <ac:chgData name="Poorna Kasi" userId="1e962ca8594ec34e" providerId="LiveId" clId="{7EF8CAE1-310D-4A79-B6EF-05627A3A0B8F}" dt="2026-08-28T08:32:25.638" v="94"/>
          <ac:spMkLst>
            <pc:docMk/>
            <pc:sldMk cId="2749121908" sldId="256"/>
            <ac:spMk id="2" creationId="{9DCE75E1-7E0B-B6AF-890E-C9BC560D5A8D}"/>
          </ac:spMkLst>
        </pc:spChg>
        <pc:spChg chg="add mod">
          <ac:chgData name="Poorna Kasi" userId="1e962ca8594ec34e" providerId="LiveId" clId="{7EF8CAE1-310D-4A79-B6EF-05627A3A0B8F}" dt="2026-08-28T09:04:07.072" v="343" actId="122"/>
          <ac:spMkLst>
            <pc:docMk/>
            <pc:sldMk cId="2749121908" sldId="256"/>
            <ac:spMk id="3" creationId="{13631AF7-2CB3-A3AC-41A6-F9F2C713882E}"/>
          </ac:spMkLst>
        </pc:spChg>
        <pc:spChg chg="mod">
          <ac:chgData name="Poorna Kasi" userId="1e962ca8594ec34e" providerId="LiveId" clId="{7EF8CAE1-310D-4A79-B6EF-05627A3A0B8F}" dt="2026-08-28T08:33:01.180" v="130" actId="20577"/>
          <ac:spMkLst>
            <pc:docMk/>
            <pc:sldMk cId="2749121908" sldId="256"/>
            <ac:spMk id="7" creationId="{A0D1494D-313E-BA6D-4EFD-19A286A94742}"/>
          </ac:spMkLst>
        </pc:spChg>
        <pc:spChg chg="mod">
          <ac:chgData name="Poorna Kasi" userId="1e962ca8594ec34e" providerId="LiveId" clId="{7EF8CAE1-310D-4A79-B6EF-05627A3A0B8F}" dt="2026-08-28T08:31:55.239" v="90" actId="20577"/>
          <ac:spMkLst>
            <pc:docMk/>
            <pc:sldMk cId="2749121908" sldId="256"/>
            <ac:spMk id="10" creationId="{A2C945E7-9A10-58E3-055E-C9A2792007D4}"/>
          </ac:spMkLst>
        </pc:spChg>
      </pc:sldChg>
      <pc:sldChg chg="delSp modSp mod">
        <pc:chgData name="Poorna Kasi" userId="1e962ca8594ec34e" providerId="LiveId" clId="{7EF8CAE1-310D-4A79-B6EF-05627A3A0B8F}" dt="2026-08-28T08:35:40.087" v="157" actId="1076"/>
        <pc:sldMkLst>
          <pc:docMk/>
          <pc:sldMk cId="4207824180" sldId="257"/>
        </pc:sldMkLst>
        <pc:spChg chg="mod">
          <ac:chgData name="Poorna Kasi" userId="1e962ca8594ec34e" providerId="LiveId" clId="{7EF8CAE1-310D-4A79-B6EF-05627A3A0B8F}" dt="2026-08-28T08:35:40.087" v="157" actId="1076"/>
          <ac:spMkLst>
            <pc:docMk/>
            <pc:sldMk cId="4207824180" sldId="257"/>
            <ac:spMk id="3" creationId="{C7614017-0331-8CC8-6A2B-E366BC7B506B}"/>
          </ac:spMkLst>
        </pc:spChg>
        <pc:picChg chg="del">
          <ac:chgData name="Poorna Kasi" userId="1e962ca8594ec34e" providerId="LiveId" clId="{7EF8CAE1-310D-4A79-B6EF-05627A3A0B8F}" dt="2026-08-28T08:35:32.812" v="156" actId="478"/>
          <ac:picMkLst>
            <pc:docMk/>
            <pc:sldMk cId="4207824180" sldId="257"/>
            <ac:picMk id="5" creationId="{66CE4D4C-974C-2F4C-0276-D18608F57B6B}"/>
          </ac:picMkLst>
        </pc:picChg>
      </pc:sldChg>
      <pc:sldChg chg="delSp modSp mod">
        <pc:chgData name="Poorna Kasi" userId="1e962ca8594ec34e" providerId="LiveId" clId="{7EF8CAE1-310D-4A79-B6EF-05627A3A0B8F}" dt="2026-08-28T08:58:39.990" v="260" actId="1076"/>
        <pc:sldMkLst>
          <pc:docMk/>
          <pc:sldMk cId="4112102884" sldId="258"/>
        </pc:sldMkLst>
        <pc:spChg chg="mod">
          <ac:chgData name="Poorna Kasi" userId="1e962ca8594ec34e" providerId="LiveId" clId="{7EF8CAE1-310D-4A79-B6EF-05627A3A0B8F}" dt="2026-08-28T08:58:39.990" v="260" actId="1076"/>
          <ac:spMkLst>
            <pc:docMk/>
            <pc:sldMk cId="4112102884" sldId="258"/>
            <ac:spMk id="3" creationId="{CF73C7A1-9223-C833-E6DC-B9CABBE05241}"/>
          </ac:spMkLst>
        </pc:spChg>
        <pc:picChg chg="del mod">
          <ac:chgData name="Poorna Kasi" userId="1e962ca8594ec34e" providerId="LiveId" clId="{7EF8CAE1-310D-4A79-B6EF-05627A3A0B8F}" dt="2026-08-28T08:35:44.033" v="158" actId="478"/>
          <ac:picMkLst>
            <pc:docMk/>
            <pc:sldMk cId="4112102884" sldId="258"/>
            <ac:picMk id="5" creationId="{FE5688A0-3AB1-E213-523E-14EDBB882B6A}"/>
          </ac:picMkLst>
        </pc:picChg>
      </pc:sldChg>
      <pc:sldChg chg="delSp modSp mod">
        <pc:chgData name="Poorna Kasi" userId="1e962ca8594ec34e" providerId="LiveId" clId="{7EF8CAE1-310D-4A79-B6EF-05627A3A0B8F}" dt="2026-08-28T08:39:15.117" v="188" actId="113"/>
        <pc:sldMkLst>
          <pc:docMk/>
          <pc:sldMk cId="2708436141" sldId="259"/>
        </pc:sldMkLst>
        <pc:spChg chg="mod">
          <ac:chgData name="Poorna Kasi" userId="1e962ca8594ec34e" providerId="LiveId" clId="{7EF8CAE1-310D-4A79-B6EF-05627A3A0B8F}" dt="2026-08-28T08:39:15.117" v="188" actId="113"/>
          <ac:spMkLst>
            <pc:docMk/>
            <pc:sldMk cId="2708436141" sldId="259"/>
            <ac:spMk id="2" creationId="{33BEA275-010E-C50D-16A9-B6D1718406B1}"/>
          </ac:spMkLst>
        </pc:spChg>
        <pc:spChg chg="mod">
          <ac:chgData name="Poorna Kasi" userId="1e962ca8594ec34e" providerId="LiveId" clId="{7EF8CAE1-310D-4A79-B6EF-05627A3A0B8F}" dt="2026-08-28T08:37:32.282" v="169" actId="2711"/>
          <ac:spMkLst>
            <pc:docMk/>
            <pc:sldMk cId="2708436141" sldId="259"/>
            <ac:spMk id="3" creationId="{AC0A4528-4FA2-BDDD-A11A-CE3F9848182A}"/>
          </ac:spMkLst>
        </pc:spChg>
        <pc:picChg chg="del">
          <ac:chgData name="Poorna Kasi" userId="1e962ca8594ec34e" providerId="LiveId" clId="{7EF8CAE1-310D-4A79-B6EF-05627A3A0B8F}" dt="2026-08-28T08:36:20.827" v="161" actId="478"/>
          <ac:picMkLst>
            <pc:docMk/>
            <pc:sldMk cId="2708436141" sldId="259"/>
            <ac:picMk id="5" creationId="{5932F840-FADF-7F69-408E-B18B5710B1A7}"/>
          </ac:picMkLst>
        </pc:picChg>
      </pc:sldChg>
      <pc:sldChg chg="addSp delSp modSp mod">
        <pc:chgData name="Poorna Kasi" userId="1e962ca8594ec34e" providerId="LiveId" clId="{7EF8CAE1-310D-4A79-B6EF-05627A3A0B8F}" dt="2026-08-28T09:02:15.657" v="292" actId="1076"/>
        <pc:sldMkLst>
          <pc:docMk/>
          <pc:sldMk cId="2252939010" sldId="260"/>
        </pc:sldMkLst>
        <pc:spChg chg="mod">
          <ac:chgData name="Poorna Kasi" userId="1e962ca8594ec34e" providerId="LiveId" clId="{7EF8CAE1-310D-4A79-B6EF-05627A3A0B8F}" dt="2026-08-28T08:39:22.641" v="190" actId="27636"/>
          <ac:spMkLst>
            <pc:docMk/>
            <pc:sldMk cId="2252939010" sldId="260"/>
            <ac:spMk id="2" creationId="{A1C1CBC1-805F-BB22-5D5A-373400D8E81C}"/>
          </ac:spMkLst>
        </pc:spChg>
        <pc:spChg chg="mod">
          <ac:chgData name="Poorna Kasi" userId="1e962ca8594ec34e" providerId="LiveId" clId="{7EF8CAE1-310D-4A79-B6EF-05627A3A0B8F}" dt="2026-08-28T08:39:03.123" v="187" actId="1076"/>
          <ac:spMkLst>
            <pc:docMk/>
            <pc:sldMk cId="2252939010" sldId="260"/>
            <ac:spMk id="3" creationId="{214E7407-EE1A-F0B9-695E-DC453D77ADA1}"/>
          </ac:spMkLst>
        </pc:spChg>
        <pc:picChg chg="del">
          <ac:chgData name="Poorna Kasi" userId="1e962ca8594ec34e" providerId="LiveId" clId="{7EF8CAE1-310D-4A79-B6EF-05627A3A0B8F}" dt="2026-08-28T08:38:19.718" v="179" actId="478"/>
          <ac:picMkLst>
            <pc:docMk/>
            <pc:sldMk cId="2252939010" sldId="260"/>
            <ac:picMk id="5" creationId="{FA192343-6F81-FA3E-7671-BC11D6B0910D}"/>
          </ac:picMkLst>
        </pc:picChg>
        <pc:picChg chg="add mod">
          <ac:chgData name="Poorna Kasi" userId="1e962ca8594ec34e" providerId="LiveId" clId="{7EF8CAE1-310D-4A79-B6EF-05627A3A0B8F}" dt="2026-08-28T09:02:15.657" v="292" actId="1076"/>
          <ac:picMkLst>
            <pc:docMk/>
            <pc:sldMk cId="2252939010" sldId="260"/>
            <ac:picMk id="6" creationId="{87BA2FF8-82CE-0B58-737B-6B64CE39F679}"/>
          </ac:picMkLst>
        </pc:picChg>
      </pc:sldChg>
      <pc:sldChg chg="addSp delSp modSp mod">
        <pc:chgData name="Poorna Kasi" userId="1e962ca8594ec34e" providerId="LiveId" clId="{7EF8CAE1-310D-4A79-B6EF-05627A3A0B8F}" dt="2026-08-28T08:59:48.117" v="269" actId="1076"/>
        <pc:sldMkLst>
          <pc:docMk/>
          <pc:sldMk cId="357984239" sldId="261"/>
        </pc:sldMkLst>
        <pc:spChg chg="mod">
          <ac:chgData name="Poorna Kasi" userId="1e962ca8594ec34e" providerId="LiveId" clId="{7EF8CAE1-310D-4A79-B6EF-05627A3A0B8F}" dt="2026-08-28T08:40:03.367" v="199" actId="113"/>
          <ac:spMkLst>
            <pc:docMk/>
            <pc:sldMk cId="357984239" sldId="261"/>
            <ac:spMk id="2" creationId="{18D3FA67-214A-AB20-D983-DC9DCDC23634}"/>
          </ac:spMkLst>
        </pc:spChg>
        <pc:spChg chg="mod">
          <ac:chgData name="Poorna Kasi" userId="1e962ca8594ec34e" providerId="LiveId" clId="{7EF8CAE1-310D-4A79-B6EF-05627A3A0B8F}" dt="2026-08-28T08:41:05.338" v="208" actId="14100"/>
          <ac:spMkLst>
            <pc:docMk/>
            <pc:sldMk cId="357984239" sldId="261"/>
            <ac:spMk id="3" creationId="{7C6BB497-3065-90C2-F166-1F27FF438EF9}"/>
          </ac:spMkLst>
        </pc:spChg>
        <pc:picChg chg="del">
          <ac:chgData name="Poorna Kasi" userId="1e962ca8594ec34e" providerId="LiveId" clId="{7EF8CAE1-310D-4A79-B6EF-05627A3A0B8F}" dt="2026-08-28T08:40:06.562" v="200" actId="478"/>
          <ac:picMkLst>
            <pc:docMk/>
            <pc:sldMk cId="357984239" sldId="261"/>
            <ac:picMk id="5" creationId="{067C4CA3-0188-4094-EC41-9B5D8D5FB712}"/>
          </ac:picMkLst>
        </pc:picChg>
        <pc:picChg chg="add mod">
          <ac:chgData name="Poorna Kasi" userId="1e962ca8594ec34e" providerId="LiveId" clId="{7EF8CAE1-310D-4A79-B6EF-05627A3A0B8F}" dt="2026-08-28T08:59:48.117" v="269" actId="1076"/>
          <ac:picMkLst>
            <pc:docMk/>
            <pc:sldMk cId="357984239" sldId="261"/>
            <ac:picMk id="6" creationId="{9B7FB320-CA52-0D78-F625-7FB56811EA5E}"/>
          </ac:picMkLst>
        </pc:picChg>
      </pc:sldChg>
      <pc:sldChg chg="addSp delSp modSp mod">
        <pc:chgData name="Poorna Kasi" userId="1e962ca8594ec34e" providerId="LiveId" clId="{7EF8CAE1-310D-4A79-B6EF-05627A3A0B8F}" dt="2026-08-28T09:01:24.689" v="284" actId="14100"/>
        <pc:sldMkLst>
          <pc:docMk/>
          <pc:sldMk cId="1303510368" sldId="262"/>
        </pc:sldMkLst>
        <pc:spChg chg="mod">
          <ac:chgData name="Poorna Kasi" userId="1e962ca8594ec34e" providerId="LiveId" clId="{7EF8CAE1-310D-4A79-B6EF-05627A3A0B8F}" dt="2026-08-28T09:00:49.750" v="277" actId="1076"/>
          <ac:spMkLst>
            <pc:docMk/>
            <pc:sldMk cId="1303510368" sldId="262"/>
            <ac:spMk id="2" creationId="{54E122BE-F654-31AF-51C0-DA702C0AD693}"/>
          </ac:spMkLst>
        </pc:spChg>
        <pc:spChg chg="mod">
          <ac:chgData name="Poorna Kasi" userId="1e962ca8594ec34e" providerId="LiveId" clId="{7EF8CAE1-310D-4A79-B6EF-05627A3A0B8F}" dt="2026-08-28T09:00:53.634" v="278" actId="1076"/>
          <ac:spMkLst>
            <pc:docMk/>
            <pc:sldMk cId="1303510368" sldId="262"/>
            <ac:spMk id="3" creationId="{C91DF74B-EA77-72D4-A4AC-ABB4ECA95333}"/>
          </ac:spMkLst>
        </pc:spChg>
        <pc:picChg chg="del">
          <ac:chgData name="Poorna Kasi" userId="1e962ca8594ec34e" providerId="LiveId" clId="{7EF8CAE1-310D-4A79-B6EF-05627A3A0B8F}" dt="2026-08-28T08:42:08.576" v="216" actId="478"/>
          <ac:picMkLst>
            <pc:docMk/>
            <pc:sldMk cId="1303510368" sldId="262"/>
            <ac:picMk id="5" creationId="{A1C38733-D8C3-0E99-0241-941936739AB0}"/>
          </ac:picMkLst>
        </pc:picChg>
        <pc:picChg chg="add mod">
          <ac:chgData name="Poorna Kasi" userId="1e962ca8594ec34e" providerId="LiveId" clId="{7EF8CAE1-310D-4A79-B6EF-05627A3A0B8F}" dt="2026-08-28T09:01:24.689" v="284" actId="14100"/>
          <ac:picMkLst>
            <pc:docMk/>
            <pc:sldMk cId="1303510368" sldId="262"/>
            <ac:picMk id="6" creationId="{82C3A0FA-33E6-2B4A-189F-EA1B855D41D6}"/>
          </ac:picMkLst>
        </pc:picChg>
      </pc:sldChg>
      <pc:sldChg chg="delSp modSp mod">
        <pc:chgData name="Poorna Kasi" userId="1e962ca8594ec34e" providerId="LiveId" clId="{7EF8CAE1-310D-4A79-B6EF-05627A3A0B8F}" dt="2026-08-28T08:45:18.304" v="236" actId="1076"/>
        <pc:sldMkLst>
          <pc:docMk/>
          <pc:sldMk cId="936652991" sldId="263"/>
        </pc:sldMkLst>
        <pc:spChg chg="mod">
          <ac:chgData name="Poorna Kasi" userId="1e962ca8594ec34e" providerId="LiveId" clId="{7EF8CAE1-310D-4A79-B6EF-05627A3A0B8F}" dt="2026-08-28T08:44:40.828" v="229" actId="113"/>
          <ac:spMkLst>
            <pc:docMk/>
            <pc:sldMk cId="936652991" sldId="263"/>
            <ac:spMk id="2" creationId="{BE60563E-A2B9-9DE1-9A13-26A38C316FD8}"/>
          </ac:spMkLst>
        </pc:spChg>
        <pc:spChg chg="mod">
          <ac:chgData name="Poorna Kasi" userId="1e962ca8594ec34e" providerId="LiveId" clId="{7EF8CAE1-310D-4A79-B6EF-05627A3A0B8F}" dt="2026-08-28T08:45:18.304" v="236" actId="1076"/>
          <ac:spMkLst>
            <pc:docMk/>
            <pc:sldMk cId="936652991" sldId="263"/>
            <ac:spMk id="3" creationId="{0B92FD38-9E5D-C277-B725-40DDDF28D58D}"/>
          </ac:spMkLst>
        </pc:spChg>
        <pc:picChg chg="del">
          <ac:chgData name="Poorna Kasi" userId="1e962ca8594ec34e" providerId="LiveId" clId="{7EF8CAE1-310D-4A79-B6EF-05627A3A0B8F}" dt="2026-08-28T08:44:43.870" v="230" actId="478"/>
          <ac:picMkLst>
            <pc:docMk/>
            <pc:sldMk cId="936652991" sldId="263"/>
            <ac:picMk id="5" creationId="{941E915F-5784-FD65-3510-84958DD1F477}"/>
          </ac:picMkLst>
        </pc:picChg>
      </pc:sldChg>
      <pc:sldChg chg="modSp add mod">
        <pc:chgData name="Poorna Kasi" userId="1e962ca8594ec34e" providerId="LiveId" clId="{7EF8CAE1-310D-4A79-B6EF-05627A3A0B8F}" dt="2026-08-28T08:58:48.446" v="261" actId="1076"/>
        <pc:sldMkLst>
          <pc:docMk/>
          <pc:sldMk cId="1368271948" sldId="265"/>
        </pc:sldMkLst>
        <pc:spChg chg="mod">
          <ac:chgData name="Poorna Kasi" userId="1e962ca8594ec34e" providerId="LiveId" clId="{7EF8CAE1-310D-4A79-B6EF-05627A3A0B8F}" dt="2026-08-28T08:46:05.829" v="240" actId="113"/>
          <ac:spMkLst>
            <pc:docMk/>
            <pc:sldMk cId="1368271948" sldId="265"/>
            <ac:spMk id="2" creationId="{ECC05816-DFEA-2E2B-ED15-3267F7A1C4A6}"/>
          </ac:spMkLst>
        </pc:spChg>
        <pc:spChg chg="mod">
          <ac:chgData name="Poorna Kasi" userId="1e962ca8594ec34e" providerId="LiveId" clId="{7EF8CAE1-310D-4A79-B6EF-05627A3A0B8F}" dt="2026-08-28T08:58:48.446" v="261" actId="1076"/>
          <ac:spMkLst>
            <pc:docMk/>
            <pc:sldMk cId="1368271948" sldId="265"/>
            <ac:spMk id="3" creationId="{30B2D157-95FE-9AAF-43F3-463E9F95F6E8}"/>
          </ac:spMkLst>
        </pc:spChg>
      </pc:sldChg>
      <pc:sldChg chg="modSp add mod">
        <pc:chgData name="Poorna Kasi" userId="1e962ca8594ec34e" providerId="LiveId" clId="{7EF8CAE1-310D-4A79-B6EF-05627A3A0B8F}" dt="2026-08-28T08:55:44.994" v="259" actId="1076"/>
        <pc:sldMkLst>
          <pc:docMk/>
          <pc:sldMk cId="3675046548" sldId="266"/>
        </pc:sldMkLst>
        <pc:spChg chg="mod">
          <ac:chgData name="Poorna Kasi" userId="1e962ca8594ec34e" providerId="LiveId" clId="{7EF8CAE1-310D-4A79-B6EF-05627A3A0B8F}" dt="2026-08-28T08:55:38.505" v="258" actId="1076"/>
          <ac:spMkLst>
            <pc:docMk/>
            <pc:sldMk cId="3675046548" sldId="266"/>
            <ac:spMk id="2" creationId="{15D48DC8-6191-64B1-7671-E73B82B013DE}"/>
          </ac:spMkLst>
        </pc:spChg>
        <pc:spChg chg="mod">
          <ac:chgData name="Poorna Kasi" userId="1e962ca8594ec34e" providerId="LiveId" clId="{7EF8CAE1-310D-4A79-B6EF-05627A3A0B8F}" dt="2026-08-28T08:55:44.994" v="259" actId="1076"/>
          <ac:spMkLst>
            <pc:docMk/>
            <pc:sldMk cId="3675046548" sldId="266"/>
            <ac:spMk id="3" creationId="{6B4FDE57-1FF7-AFB1-F106-4E6401ECDD5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1BE24-4E9C-4F6A-AA88-2D7CD3356549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1B227-C38D-4570-8CD9-89C453361D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211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1BE24-4E9C-4F6A-AA88-2D7CD3356549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1B227-C38D-4570-8CD9-89C453361D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000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1BE24-4E9C-4F6A-AA88-2D7CD3356549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1B227-C38D-4570-8CD9-89C453361D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198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1BE24-4E9C-4F6A-AA88-2D7CD3356549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1B227-C38D-4570-8CD9-89C453361D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8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1BE24-4E9C-4F6A-AA88-2D7CD3356549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1B227-C38D-4570-8CD9-89C453361D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781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1BE24-4E9C-4F6A-AA88-2D7CD3356549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1B227-C38D-4570-8CD9-89C453361D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902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1BE24-4E9C-4F6A-AA88-2D7CD3356549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1B227-C38D-4570-8CD9-89C453361D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773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1BE24-4E9C-4F6A-AA88-2D7CD3356549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1B227-C38D-4570-8CD9-89C453361D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02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1BE24-4E9C-4F6A-AA88-2D7CD3356549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1B227-C38D-4570-8CD9-89C453361D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21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1BE24-4E9C-4F6A-AA88-2D7CD3356549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1B227-C38D-4570-8CD9-89C453361D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392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1BE24-4E9C-4F6A-AA88-2D7CD3356549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1B227-C38D-4570-8CD9-89C453361DE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6545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1BE24-4E9C-4F6A-AA88-2D7CD3356549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1B227-C38D-4570-8CD9-89C453361D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136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1BE24-4E9C-4F6A-AA88-2D7CD3356549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1B227-C38D-4570-8CD9-89C453361DE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4657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1BE24-4E9C-4F6A-AA88-2D7CD3356549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1B227-C38D-4570-8CD9-89C453361D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1707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1BE24-4E9C-4F6A-AA88-2D7CD3356549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1B227-C38D-4570-8CD9-89C453361D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941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1BE24-4E9C-4F6A-AA88-2D7CD3356549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1B227-C38D-4570-8CD9-89C453361D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243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1BE24-4E9C-4F6A-AA88-2D7CD3356549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2C1B227-C38D-4570-8CD9-89C453361D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592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E75E1-7E0B-B6AF-890E-C9BC560D5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6866" y="2869403"/>
            <a:ext cx="8170334" cy="1519303"/>
          </a:xfrm>
        </p:spPr>
        <p:txBody>
          <a:bodyPr/>
          <a:lstStyle/>
          <a:p>
            <a:pPr algn="ctr"/>
            <a:r>
              <a:rPr lang="en-I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of an AI-Based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A696CD-8961-56C5-1E56-4BE24C9A343F}"/>
              </a:ext>
            </a:extLst>
          </p:cNvPr>
          <p:cNvSpPr txBox="1"/>
          <p:nvPr/>
        </p:nvSpPr>
        <p:spPr>
          <a:xfrm>
            <a:off x="7255934" y="4876800"/>
            <a:ext cx="2345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E876A5-624A-8166-B890-AD76430B6868}"/>
              </a:ext>
            </a:extLst>
          </p:cNvPr>
          <p:cNvSpPr txBox="1"/>
          <p:nvPr/>
        </p:nvSpPr>
        <p:spPr>
          <a:xfrm>
            <a:off x="7255934" y="5469251"/>
            <a:ext cx="2421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Yamini(192572181)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C4D3D1-9D49-A1F5-58AB-9D840BCE4CD7}"/>
              </a:ext>
            </a:extLst>
          </p:cNvPr>
          <p:cNvSpPr txBox="1"/>
          <p:nvPr/>
        </p:nvSpPr>
        <p:spPr>
          <a:xfrm>
            <a:off x="1176867" y="4876800"/>
            <a:ext cx="1811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By: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D1494D-313E-BA6D-4EFD-19A286A94742}"/>
              </a:ext>
            </a:extLst>
          </p:cNvPr>
          <p:cNvSpPr txBox="1"/>
          <p:nvPr/>
        </p:nvSpPr>
        <p:spPr>
          <a:xfrm>
            <a:off x="1176866" y="5469251"/>
            <a:ext cx="2506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Dr.Jaya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Mabel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Rani.A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22F19B-8991-C8FA-F7D9-44AD43110B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40" r="8205"/>
          <a:stretch>
            <a:fillRect/>
          </a:stretch>
        </p:blipFill>
        <p:spPr bwMode="auto">
          <a:xfrm>
            <a:off x="534585" y="214745"/>
            <a:ext cx="9378696" cy="160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C945E7-9A10-58E3-055E-C9A2792007D4}"/>
              </a:ext>
            </a:extLst>
          </p:cNvPr>
          <p:cNvSpPr txBox="1"/>
          <p:nvPr/>
        </p:nvSpPr>
        <p:spPr>
          <a:xfrm>
            <a:off x="3564467" y="2469293"/>
            <a:ext cx="3767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CSA1715-Artificial Intelligence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631AF7-2CB3-A3AC-41A6-F9F2C713882E}"/>
              </a:ext>
            </a:extLst>
          </p:cNvPr>
          <p:cNvSpPr txBox="1"/>
          <p:nvPr/>
        </p:nvSpPr>
        <p:spPr>
          <a:xfrm>
            <a:off x="1854200" y="1921933"/>
            <a:ext cx="7493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CO5-ASSESSMENT TOOL-3-Technical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2749121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AB66D-EA02-2381-08C3-9263C3A22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1" y="745067"/>
            <a:ext cx="4309533" cy="601133"/>
          </a:xfrm>
        </p:spPr>
        <p:txBody>
          <a:bodyPr>
            <a:normAutofit fontScale="90000"/>
          </a:bodyPr>
          <a:lstStyle/>
          <a:p>
            <a:pPr algn="just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14017-0331-8CC8-6A2B-E366BC7B5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2467" y="2040467"/>
            <a:ext cx="6705599" cy="3835400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means studying an existing system to understand how it works.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us understand the system's inputs, processing and outputs.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AI systems, we can study how data is processed and how decisions are made.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helps us find problems and improve the system.</a:t>
            </a: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824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B1603-22D4-BF69-4C3D-424827558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6634" y="956733"/>
            <a:ext cx="3158067" cy="736600"/>
          </a:xfrm>
        </p:spPr>
        <p:txBody>
          <a:bodyPr>
            <a:noAutofit/>
          </a:bodyPr>
          <a:lstStyle/>
          <a:p>
            <a:pPr algn="just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3C7A1-9223-C833-E6DC-B9CABBE05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9733" y="2506133"/>
            <a:ext cx="4961467" cy="3251200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working of an AI system.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its main components.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algorithms and logic used.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data flow.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improvements to the system.</a:t>
            </a:r>
          </a:p>
        </p:txBody>
      </p:sp>
    </p:spTree>
    <p:extLst>
      <p:ext uri="{BB962C8B-B14F-4D97-AF65-F5344CB8AC3E}">
        <p14:creationId xmlns:p14="http://schemas.microsoft.com/office/powerpoint/2010/main" val="4112102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EA275-010E-C50D-16A9-B6D171840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922867"/>
            <a:ext cx="4402667" cy="745067"/>
          </a:xfrm>
        </p:spPr>
        <p:txBody>
          <a:bodyPr>
            <a:noAutofit/>
          </a:bodyPr>
          <a:lstStyle/>
          <a:p>
            <a:pPr algn="just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A4528-4FA2-BDDD-A11A-CE3F98481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833" y="2270655"/>
            <a:ext cx="9508065" cy="3664478"/>
          </a:xfrm>
        </p:spPr>
        <p:txBody>
          <a:bodyPr>
            <a:noAutofit/>
          </a:bodyPr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 is the first step in reverse engineering.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study what the system does and how it responds to user inputs.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we identify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and output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system.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then study the processing steps between them.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observe the system using different inputs.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identify errors, problems and important system functions.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us understand the overall working of the AI system. 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 → AI Processing → Result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436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1CBC1-805F-BB22-5D5A-373400D8E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267" y="1261533"/>
            <a:ext cx="6129865" cy="728134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Reconstruction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E7407-EE1A-F0B9-695E-DC453D77A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1" y="2448456"/>
            <a:ext cx="8525932" cy="4011609"/>
          </a:xfrm>
        </p:spPr>
        <p:txBody>
          <a:bodyPr>
            <a:noAutofit/>
          </a:bodyPr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reconstruction means finding the main parts of a system.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identify modules such as user interface, backend, database and AI model.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study how these modules communicate with each other.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trace the movement of data between different modules.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identify which module sends and receives information.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diagram can be created to show the system structure.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us understand the complete system more clearly.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→ API → AI Model → Database → Output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BA2FF8-82CE-0B58-737B-6B64CE39F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33" y="2353733"/>
            <a:ext cx="2336799" cy="331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39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FA67-214A-AB20-D983-DC9DCDC23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0" y="1202267"/>
            <a:ext cx="7467599" cy="719667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&amp; Logic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BB497-3065-90C2-F166-1F27FF438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399" y="2235200"/>
            <a:ext cx="7924799" cy="4487333"/>
          </a:xfrm>
        </p:spPr>
        <p:txBody>
          <a:bodyPr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step identifies the algorithms used by the AI system.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study how the system makes decisions.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inputs are given to observe changes in the output.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conditions and rules used by the system are studied.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recommendation systems, common methods are: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Filtering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Content-Based Filtering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Method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identified algorithm is checked by comparing its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actual system.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Logic: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→ Algorithm → Decision → Output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7FB320-CA52-0D78-F625-7FB56811E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733" y="2192867"/>
            <a:ext cx="2192866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84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122BE-F654-31AF-51C0-DA702C0AD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33" y="380999"/>
            <a:ext cx="7586134" cy="778933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&amp; Processing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DF74B-EA77-72D4-A4AC-ABB4ECA95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366" y="1313128"/>
            <a:ext cx="7018868" cy="4231744"/>
          </a:xfrm>
        </p:spPr>
        <p:txBody>
          <a:bodyPr>
            <a:noAutofit/>
          </a:bodyPr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Data-flow analysis shows how data moves through the system.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data is collected from the user or other sources.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data is cleaned and prepared.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information or features are extracted.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 model processes the data.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is ranked or selected.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the output is shown to the user.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 help different modules communicate with each other.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→ Preprocessing → AI Model → Ranking → Output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C3A0FA-33E6-2B4A-189F-EA1B855D4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979472"/>
            <a:ext cx="5685366" cy="138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510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0563E-A2B9-9DE1-9A13-26A38C316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67" y="1244600"/>
            <a:ext cx="8669866" cy="575733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Enhancement &amp; Redesign 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2FD38-9E5D-C277-B725-40DDDF28D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2499257"/>
            <a:ext cx="8788399" cy="3622144"/>
          </a:xfrm>
        </p:spPr>
        <p:txBody>
          <a:bodyPr>
            <a:noAutofit/>
          </a:bodyPr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helps us find weaknesses in the existing system.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redesigned to improve its performance.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models can be improved to give more accurate results.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Caching can be used to make the system faster.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can be improved using authentication and secure communication.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can help detect errors and performance problems.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divided into separate modules for easy maintenance.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also be designed to support more users.</a:t>
            </a:r>
          </a:p>
        </p:txBody>
      </p:sp>
    </p:spTree>
    <p:extLst>
      <p:ext uri="{BB962C8B-B14F-4D97-AF65-F5344CB8AC3E}">
        <p14:creationId xmlns:p14="http://schemas.microsoft.com/office/powerpoint/2010/main" val="936652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064D1-6D58-160E-5D70-F0005F78D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05816-DFEA-2E2B-ED15-3267F7A1C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67" y="1244600"/>
            <a:ext cx="8669866" cy="575733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2D157-95FE-9AAF-43F3-463E9F95F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067" y="2533122"/>
            <a:ext cx="7806267" cy="3622143"/>
          </a:xfrm>
        </p:spPr>
        <p:txBody>
          <a:bodyPr>
            <a:noAutofit/>
          </a:bodyPr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helps us understand existing AI systems.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identify system components and their functions.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understand algorithms and decision-making logic.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Data-flow analysis explains how information moves through the system.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findings can be used to improve accuracy, performance and security.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reverse engineering is useful for understanding and improving AI systems.</a:t>
            </a:r>
          </a:p>
        </p:txBody>
      </p:sp>
    </p:spTree>
    <p:extLst>
      <p:ext uri="{BB962C8B-B14F-4D97-AF65-F5344CB8AC3E}">
        <p14:creationId xmlns:p14="http://schemas.microsoft.com/office/powerpoint/2010/main" val="1368271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B5149-F15A-D0A0-CEC7-4BD9EFDA4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8DC8-6191-64B1-7671-E73B82B01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867" y="575733"/>
            <a:ext cx="8669866" cy="575733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FDE57-1FF7-AFB1-F106-4E6401ECD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534" y="1534057"/>
            <a:ext cx="10346266" cy="4866743"/>
          </a:xfrm>
        </p:spPr>
        <p:txBody>
          <a:bodyPr>
            <a:no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Stuart Russell and Peter Norvig,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Intelligence: A Modern Approach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Pearson.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Ian Sommerville,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Pearson.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Roger S. Pressman and Bruce R. Maxim,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Engineering: A Practitioner’s Approach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Christopher M. Bishop,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Recognition and Machine Learning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Springer.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Aurélien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Géron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Machine Learning with Scikit-Learn,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TensorFlow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O’Reilly Media.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Kevin P. Murphy,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 A Probabilistic Perspective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MIT Press.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Ian Goodfellow, Yoshua Bengio and Aaron Courville,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MIT Press.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Tom M. Mitchell,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Xplore Digital Library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Research papers on AI, machine learning and software engineering. </a:t>
            </a:r>
          </a:p>
        </p:txBody>
      </p:sp>
    </p:spTree>
    <p:extLst>
      <p:ext uri="{BB962C8B-B14F-4D97-AF65-F5344CB8AC3E}">
        <p14:creationId xmlns:p14="http://schemas.microsoft.com/office/powerpoint/2010/main" val="3675046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09FAB-AD19-F297-B73B-214BA20C0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200" y="2489200"/>
            <a:ext cx="5791200" cy="1320800"/>
          </a:xfrm>
        </p:spPr>
        <p:txBody>
          <a:bodyPr>
            <a:noAutofit/>
          </a:bodyPr>
          <a:lstStyle/>
          <a:p>
            <a:r>
              <a:rPr lang="en-IN" sz="9600" dirty="0">
                <a:latin typeface="Bahnschrift SemiLight SemiConde" panose="020B0502040204020203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1013610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120</TotalTime>
  <Words>748</Words>
  <Application>Microsoft Office PowerPoint</Application>
  <PresentationFormat>Widescreen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Bahnschrift SemiLight SemiConde</vt:lpstr>
      <vt:lpstr>Times New Roman</vt:lpstr>
      <vt:lpstr>Trebuchet MS</vt:lpstr>
      <vt:lpstr>Wingdings 3</vt:lpstr>
      <vt:lpstr>Facet</vt:lpstr>
      <vt:lpstr>Reverse Engineering of an AI-Based System</vt:lpstr>
      <vt:lpstr>INTRODUCTION</vt:lpstr>
      <vt:lpstr>OBJECTIVE</vt:lpstr>
      <vt:lpstr>System Analysis</vt:lpstr>
      <vt:lpstr>Architecture Reconstruction</vt:lpstr>
      <vt:lpstr>Algorithm &amp; Logic Identification</vt:lpstr>
      <vt:lpstr>Data Flow &amp; Processing Pipeline</vt:lpstr>
      <vt:lpstr>Enhancement &amp; Redesign Proposal</vt:lpstr>
      <vt:lpstr>Conclusion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Poorna Kasi</dc:creator>
  <cp:lastModifiedBy>Poorna Kasi</cp:lastModifiedBy>
  <cp:revision>1</cp:revision>
  <dcterms:created xsi:type="dcterms:W3CDTF">2026-05-21T07:28:30Z</dcterms:created>
  <dcterms:modified xsi:type="dcterms:W3CDTF">2026-08-28T09:04:40Z</dcterms:modified>
</cp:coreProperties>
</file>